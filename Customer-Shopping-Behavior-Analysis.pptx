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"/>
      <p:regular r:id="rId201314"/>
    </p:embeddedFont>
    <p:embeddedFont>
      <p:font typeface="Merriweather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2302966"/>
            <a:ext cx="6180181" cy="1285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Shopping Behavior Analysis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5291700" y="3896916"/>
            <a:ext cx="618018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3,900 purchases — 18 features — goal: actionable customer insights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450280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Snapshot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5291700" y="2401491"/>
            <a:ext cx="2987203" cy="1564779"/>
          </a:xfrm>
          <a:prstGeom prst="roundRect">
            <a:avLst>
              <a:gd name="adj" fmla="val 5521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22774" y="2632571"/>
            <a:ext cx="252505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Rows &amp; Columns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522774" y="3077170"/>
            <a:ext cx="2525054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Rows: 3,900 · Columns: 18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4578" y="2401491"/>
            <a:ext cx="2987303" cy="1564779"/>
          </a:xfrm>
          <a:prstGeom prst="roundRect">
            <a:avLst>
              <a:gd name="adj" fmla="val 5521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15653" y="2632571"/>
            <a:ext cx="25251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715653" y="3077170"/>
            <a:ext cx="252515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Demographics, Purchase details, Behavior metrics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91700" y="4171950"/>
            <a:ext cx="6180181" cy="1235770"/>
          </a:xfrm>
          <a:prstGeom prst="roundRect">
            <a:avLst>
              <a:gd name="adj" fmla="val 6991"/>
            </a:avLst>
          </a:prstGeom>
          <a:solidFill>
            <a:srgbClr val="09151A">
              <a:alpha val="95000"/>
            </a:srgbClr>
          </a:solidFill>
          <a:ln w="25399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22774" y="4403030"/>
            <a:ext cx="5718032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Data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522774" y="4847630"/>
            <a:ext cx="5718032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37 missing values in Review Rating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44624"/>
            <a:ext cx="10752067" cy="45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Preparation (Python)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785938"/>
            <a:ext cx="6865270" cy="389036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44247" y="1363464"/>
            <a:ext cx="3533885" cy="826393"/>
          </a:xfrm>
          <a:prstGeom prst="roundRect">
            <a:avLst>
              <a:gd name="adj" fmla="val 735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5155" y="1514376"/>
            <a:ext cx="323206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Loading &amp; Explore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95155" y="1841897"/>
            <a:ext cx="3232069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pandas, df.info(), .describe()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44247" y="2291457"/>
            <a:ext cx="3533885" cy="826393"/>
          </a:xfrm>
          <a:prstGeom prst="roundRect">
            <a:avLst>
              <a:gd name="adj" fmla="val 735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5155" y="2442369"/>
            <a:ext cx="323206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95155" y="2769890"/>
            <a:ext cx="3232069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Imputed Review Rating by category median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44247" y="3219450"/>
            <a:ext cx="3533885" cy="826393"/>
          </a:xfrm>
          <a:prstGeom prst="roundRect">
            <a:avLst>
              <a:gd name="adj" fmla="val 735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5155" y="3370362"/>
            <a:ext cx="323206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Standardize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95155" y="3697883"/>
            <a:ext cx="3232069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Renamed to snake_case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44247" y="4147443"/>
            <a:ext cx="3533885" cy="826393"/>
          </a:xfrm>
          <a:prstGeom prst="roundRect">
            <a:avLst>
              <a:gd name="adj" fmla="val 735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5155" y="4298355"/>
            <a:ext cx="323206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 Eng.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95155" y="4625876"/>
            <a:ext cx="3232069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age_group, purchase_frequency_days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44247" y="5075436"/>
            <a:ext cx="3533885" cy="1023441"/>
          </a:xfrm>
          <a:prstGeom prst="roundRect">
            <a:avLst>
              <a:gd name="adj" fmla="val 5935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5155" y="5226348"/>
            <a:ext cx="3232069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Redundancy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095155" y="5553869"/>
            <a:ext cx="3232069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Dropped promo_code_used (redundant with discount_applied)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91567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Database Integration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974155"/>
            <a:ext cx="6813181" cy="38608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1181" y="2845594"/>
            <a:ext cx="343695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Cleaned DataFrame loaded into PostgreSQL for SQL analysis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041181" y="3688655"/>
            <a:ext cx="3436951" cy="1387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Enables performant business queries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Supports dashboard data sources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80033"/>
            <a:ext cx="10752067" cy="622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Revenue by Gender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402185"/>
            <a:ext cx="3447170" cy="29657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9494" y="1665982"/>
            <a:ext cx="7428223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Male revenue notably higher. Investigate demographic drivers.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494" y="2196802"/>
            <a:ext cx="6818638" cy="3863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91567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High‑Spending Discount Users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974155"/>
            <a:ext cx="6813181" cy="38608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1181" y="2046089"/>
            <a:ext cx="343695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839 rows: customers who used discounts but spent above average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041181" y="3044726"/>
            <a:ext cx="102788" cy="102791"/>
          </a:xfrm>
          <a:prstGeom prst="ellipse">
            <a:avLst/>
          </a:prstGeom>
          <a:solidFill>
            <a:srgbClr val="609DFF"/>
          </a:solidFill>
          <a:ln/>
        </p:spPr>
      </p:sp>
      <p:sp>
        <p:nvSpPr>
          <p:cNvPr id="6" name="Text 3"/>
          <p:cNvSpPr/>
          <p:nvPr/>
        </p:nvSpPr>
        <p:spPr>
          <a:xfrm>
            <a:off x="8349644" y="2935486"/>
            <a:ext cx="312848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Example Records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49644" y="3462437"/>
            <a:ext cx="3128487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IDs and purchase amounts (sample): 2→64, 3→73, 4→90 …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1181" y="4641056"/>
            <a:ext cx="102788" cy="102791"/>
          </a:xfrm>
          <a:prstGeom prst="ellipse">
            <a:avLst/>
          </a:prstGeom>
          <a:solidFill>
            <a:srgbClr val="609DFF"/>
          </a:solidFill>
          <a:ln/>
        </p:spPr>
      </p:sp>
      <p:sp>
        <p:nvSpPr>
          <p:cNvPr id="9" name="Text 6"/>
          <p:cNvSpPr/>
          <p:nvPr/>
        </p:nvSpPr>
        <p:spPr>
          <a:xfrm>
            <a:off x="8349644" y="4531816"/>
            <a:ext cx="312848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49644" y="5058767"/>
            <a:ext cx="3128487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Review discount ROI by segment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436985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Products &amp; Discount Dependence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3312120"/>
            <a:ext cx="461852" cy="577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8735" y="3312120"/>
            <a:ext cx="138069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Gloves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38735" y="3839071"/>
            <a:ext cx="1380694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Rating: 3.86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498" y="3312120"/>
            <a:ext cx="461852" cy="5772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95419" y="3312120"/>
            <a:ext cx="138079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Sandals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795419" y="3839071"/>
            <a:ext cx="138079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Rating: 3.84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281" y="3312120"/>
            <a:ext cx="461852" cy="5772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2202" y="3312120"/>
            <a:ext cx="138079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Boots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152202" y="3839071"/>
            <a:ext cx="1380793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Avg Rating: 3.82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41181" y="2573238"/>
            <a:ext cx="343695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 discount‑dependent items (% discounted):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041181" y="3416300"/>
            <a:ext cx="3436951" cy="193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Hat — 50.00%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Sneakers — 49.66%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Coat — 49.07%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Sweater — 48.17%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Pants — 47.37%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2456"/>
            <a:ext cx="10752067" cy="6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Segments &amp; Loyalty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390279"/>
            <a:ext cx="3452329" cy="29702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6716" y="1663402"/>
            <a:ext cx="7431001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Focus: convert Returning → Loyal. Loyalty programs &amp; targeted rewards.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716" y="2179836"/>
            <a:ext cx="6821416" cy="38655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77391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 &amp; Subscription Insights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2059980"/>
            <a:ext cx="5125116" cy="3689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3115" y="2013645"/>
            <a:ext cx="5734700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Subscribers vs Non‑Subscribers: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353115" y="2574032"/>
            <a:ext cx="2459670" cy="2272010"/>
          </a:xfrm>
          <a:prstGeom prst="roundRect">
            <a:avLst>
              <a:gd name="adj" fmla="val 3802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71490" y="2792413"/>
            <a:ext cx="202292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Subscribers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571490" y="3319363"/>
            <a:ext cx="2022920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1,053 customers · Avg spend $59.49 · Revenue $62,645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018461" y="2574032"/>
            <a:ext cx="2459770" cy="2272010"/>
          </a:xfrm>
          <a:prstGeom prst="roundRect">
            <a:avLst>
              <a:gd name="adj" fmla="val 3802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236836" y="2792413"/>
            <a:ext cx="202302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Non‑Subscribers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236836" y="3640634"/>
            <a:ext cx="2023020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2,847 customers · Avg spend $59.87 · Revenue $170,436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81124"/>
            <a:ext cx="10752067" cy="45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Dashboard &amp; Recommendations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881485"/>
            <a:ext cx="6865270" cy="36992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44247" y="1299964"/>
            <a:ext cx="3533885" cy="851793"/>
          </a:xfrm>
          <a:prstGeom prst="roundRect">
            <a:avLst>
              <a:gd name="adj" fmla="val 713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07854" y="1463576"/>
            <a:ext cx="320667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Boost Subscriptions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07854" y="1791097"/>
            <a:ext cx="320667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Promote exclusive benefits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44247" y="2253357"/>
            <a:ext cx="3533885" cy="851793"/>
          </a:xfrm>
          <a:prstGeom prst="roundRect">
            <a:avLst>
              <a:gd name="adj" fmla="val 713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07854" y="2416969"/>
            <a:ext cx="320667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Loyalty Programs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07854" y="2744490"/>
            <a:ext cx="320667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Reward repeat buyers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44247" y="3206750"/>
            <a:ext cx="3533885" cy="851793"/>
          </a:xfrm>
          <a:prstGeom prst="roundRect">
            <a:avLst>
              <a:gd name="adj" fmla="val 713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07854" y="3370362"/>
            <a:ext cx="320667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Review Discounts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07854" y="3697883"/>
            <a:ext cx="320667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Balance sales vs margins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44247" y="4160143"/>
            <a:ext cx="3533885" cy="851793"/>
          </a:xfrm>
          <a:prstGeom prst="roundRect">
            <a:avLst>
              <a:gd name="adj" fmla="val 713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07854" y="4323755"/>
            <a:ext cx="320667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07854" y="4651276"/>
            <a:ext cx="3206670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Highlight top-rated / best-selling items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44247" y="5113536"/>
            <a:ext cx="3533885" cy="1048841"/>
          </a:xfrm>
          <a:prstGeom prst="roundRect">
            <a:avLst>
              <a:gd name="adj" fmla="val 5791"/>
            </a:avLst>
          </a:prstGeom>
          <a:solidFill>
            <a:srgbClr val="09151A">
              <a:alpha val="95000"/>
            </a:srgbClr>
          </a:solidFill>
          <a:ln w="19050">
            <a:solidFill>
              <a:srgbClr val="194A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07854" y="5277148"/>
            <a:ext cx="3206670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Targeted Marketing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07854" y="5604669"/>
            <a:ext cx="3206670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2026-09-10T17:58:46Z</dcterms:created>
  <dcterms:modified xsi:type="dcterms:W3CDTF">2026-09-10T17:58:46Z</dcterms:modified>
</cp:coreProperties>
</file>